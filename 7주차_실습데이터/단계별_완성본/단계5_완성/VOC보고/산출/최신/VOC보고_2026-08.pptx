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월간 보고 — 2026년 8월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B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20040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2026-10-15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 한눈에 보기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접수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110건 대비 +22건(+20.0%)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85.6%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3756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처리상태 '완료' 기준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23.8시간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6364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처리시간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17.0시간 · 완료 건 기준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274320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449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9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3.13점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만족도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3.63점 · 미응답 22건 제외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2743200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0449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45건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33756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유형 — 배송 지연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전체의 34.1%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880360"/>
            <a:ext cx="2743200" cy="64008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0449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16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6364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 미응답 22건은 평균에서 제외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 · 비중 · 전월 대비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접수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 45건 · 34.1% · +23건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 26건 · 19.7% · -2건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불량 21건 · 15.9% · +1건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 19건 · 14.4% · +1건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회원·계정 12건 · 9.1% · 0건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오류 9건 · 6.8% · -1건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눈에 띄는 변화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지연이 전월 22건에서 45건으로 104.5% 늘어, 전체 증가분(+22건)보다 많이 늘었다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지연의 평균 만족도는 2.11점으로 6개 유형 중 가장 낮다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처리시간이 전월 17.0시간에서 23.8시간으로 늘었다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3 유형의 접수 내용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접수 내용 (정리본 기준, 개인정보 제외)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64008" cy="37033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“주문한 지 8일이 지났는데 아직 배송 출발 안내가 없습니다.” (VOC-2608-0013)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“배송 조회가 10일째 같은 단계에서 멈춰 있습니다.” (VOC-2608-0004)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“선물용으로 주문했는데 날짜를 못 맞추게 됐습니다.” (VOC-2608-0043)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64008" cy="3703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“전자레인지 사용이 가능한 제품인가요?” (VOC-2608-0002)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“보증 기간이 얼마나 되나요?” (VOC-2608-0012)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“설치 설명서를 다시 받을 수 있을까요?” (VOC-2608-0001)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05840"/>
            <a:ext cx="64008" cy="3703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불량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“상품 표면에 흠집이 있어 사진 첨부합니다.” (VOC-2608-0006)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“받은 제품 일부가 파손되어 있었습니다.” (VOC-2608-0023)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“구성품 하나가 빠져서 왔어요.” (VOC-2608-0007)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사례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참조/조사범위.md 기준으로 채택한 자료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64008" cy="37033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한국소비자원이 온라인 가구 판매 6개사를 조사한 결과 5개사가 배송 상태 정보를 표시하지 않거나 실제 배송과 무관한 상태를 안내했다.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소비자원은 배송 절차 정보 제공 강화를 권고할 예정이다.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 · 경향신문 2026-06-16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64008" cy="3703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사례 없음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검토한 2건을 배제했다.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날짜 확인 불가 1건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광고성 글 1건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05840"/>
            <a:ext cx="64008" cy="3703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불량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업체는 인수증 서명 이후 발견된 하자를 책임지지 않는다고 밝혔다.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소비자원은 수령 후 하자를 점검해 즉시 알리라고 당부했다.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 · 경향신문 2026-06-16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과제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3 유형마다 과제 1개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15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2743200" cy="5943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64008" cy="7315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출고가 늦어진 주문에 배송 상태와 예상 도착일을 먼저 안내한다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64008" cy="7315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609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수치: 45건, 전월 대비 +23건, 평균 만족도 2.11점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64008" cy="7315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30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사례: 배송 상태 정보 미표시 지적 (한국소비자원)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743200" cy="5943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1719072"/>
            <a:ext cx="64008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사용 문의(전자레인지 사용, 보증 기간, 설명서)를 상품 상세와 FAQ에 정리한다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2688336"/>
            <a:ext cx="64008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6609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수치: 26건, 비중 19.7%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657600"/>
            <a:ext cx="64008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630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사례: 업계 사례 없음 — 사내 데이터 기준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96012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05F7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60120"/>
            <a:ext cx="2743200" cy="594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불량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1719072"/>
            <a:ext cx="64008" cy="7315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전 외관·구성품 점검 항목을 추가하고, 수령 후 하자 접수 방법을 배송 안내에 넣는다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2688336"/>
            <a:ext cx="64008" cy="7315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6609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수치: 21건, 평균 처리시간 30.4시간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657600"/>
            <a:ext cx="64008" cy="7315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3630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사례: 수령 후 하자 즉시 알림 당부 (한국소비자원)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지난달 과제 점검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유형의 건수 변화 (원인은 단정하지 않음)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지난달 과제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보고 — 점검할 지난달 과제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보고서부터 이번 달 과제-01~03의 대상 유형 건수 변화를 점검한다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데이터 정리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 근거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자료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배송지연_1.md — 한국소비자원 · 경향신문 2026-06-16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khan.co.kr/article/202606161513011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상품불량_1.md — 같은 기사의 배송 중 파손·하자 관련 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134행, 중복 2건 제거 → 총 접수 132건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 미응답 22건 제외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칸의 연락처 2건 가림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의심 1건(VOC-2608-0114) — 지시를 따르지 않고 집계에 포함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1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6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핵심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총 접수 132건, 전월 대비 +20.0%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배송 지연 45건으로 1위, 전월 대비 +104.5%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평균 만족도 3.13점, 전월 3.63점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6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점검할 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 과제-01 배송 지연 건수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 과제-02 사용 문의 건수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 과제-03 상품 불량 건수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046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지연이 이번 달 접수의 34.1%를 차지했습니다.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C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 월간 보고 — 2026년 8월</dc:title>
  <dc:subject>PptxGenJS Presentation</dc:subject>
  <dc:creator>가온리빙 고객지원팀</dc:creator>
  <cp:lastModifiedBy>가온리빙 고객지원팀</cp:lastModifiedBy>
  <cp:revision>1</cp:revision>
  <dcterms:created xsi:type="dcterms:W3CDTF">2026-10-15T09:06:05Z</dcterms:created>
  <dcterms:modified xsi:type="dcterms:W3CDTF">2026-10-15T09:06:05Z</dcterms:modified>
</cp:coreProperties>
</file>